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startuphub_blr</c:v>
                </c:pt>
                <c:pt idx="1">
                  <c:v>intaglobal</c:v>
                </c:pt>
                <c:pt idx="2">
                  <c:v>_anujsinghal</c:v>
                </c:pt>
                <c:pt idx="3">
                  <c:v>ai_bangalore_news</c:v>
                </c:pt>
                <c:pt idx="4">
                  <c:v>python_blr_jobs</c:v>
                </c:pt>
                <c:pt idx="5">
                  <c:v>startup_grind_bangalore</c:v>
                </c:pt>
                <c:pt idx="6">
                  <c:v>hsr_startup_stories</c:v>
                </c:pt>
                <c:pt idx="7">
                  <c:v>deeptech_india</c:v>
                </c:pt>
                <c:pt idx="8">
                  <c:v>foodie_in_kora</c:v>
                </c:pt>
                <c:pt idx="9">
                  <c:v>koramangala_hustlers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2300</c:v>
                </c:pt>
                <c:pt idx="1">
                  <c:v>1946</c:v>
                </c:pt>
                <c:pt idx="2">
                  <c:v>1785</c:v>
                </c:pt>
                <c:pt idx="3">
                  <c:v>1340</c:v>
                </c:pt>
                <c:pt idx="4">
                  <c:v>1200</c:v>
                </c:pt>
                <c:pt idx="5">
                  <c:v>1100</c:v>
                </c:pt>
                <c:pt idx="6">
                  <c:v>980</c:v>
                </c:pt>
                <c:pt idx="7">
                  <c:v>900</c:v>
                </c:pt>
                <c:pt idx="8">
                  <c:v>890</c:v>
                </c:pt>
                <c:pt idx="9">
                  <c:v>800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_anujsinghal</c:v>
                </c:pt>
                <c:pt idx="1">
                  <c:v>startuphub_blr</c:v>
                </c:pt>
                <c:pt idx="2">
                  <c:v>ai_bangalore_news</c:v>
                </c:pt>
                <c:pt idx="3">
                  <c:v>startup_grind_bangalore</c:v>
                </c:pt>
                <c:pt idx="4">
                  <c:v>venture_vikram</c:v>
                </c:pt>
                <c:pt idx="5">
                  <c:v>blrcoders_space</c:v>
                </c:pt>
                <c:pt idx="6">
                  <c:v>deeptech_india</c:v>
                </c:pt>
                <c:pt idx="7">
                  <c:v>hsr_startup_stories</c:v>
                </c:pt>
                <c:pt idx="8">
                  <c:v>hsr_startup_stories</c:v>
                </c:pt>
                <c:pt idx="9">
                  <c:v>python_blr_jobs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681000</c:v>
                </c:pt>
                <c:pt idx="1">
                  <c:v>45000</c:v>
                </c:pt>
                <c:pt idx="2">
                  <c:v>38000</c:v>
                </c:pt>
                <c:pt idx="3">
                  <c:v>38000</c:v>
                </c:pt>
                <c:pt idx="4">
                  <c:v>30000</c:v>
                </c:pt>
                <c:pt idx="5">
                  <c:v>25000</c:v>
                </c:pt>
                <c:pt idx="6">
                  <c:v>24000</c:v>
                </c:pt>
                <c:pt idx="7">
                  <c:v>22400</c:v>
                </c:pt>
                <c:pt idx="8">
                  <c:v>22000</c:v>
                </c:pt>
                <c:pt idx="9">
                  <c:v>21000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bangalore_tech_bro</c:v>
                </c:pt>
                <c:pt idx="1">
                  <c:v>venture_vikram</c:v>
                </c:pt>
                <c:pt idx="2">
                  <c:v>techfounder_india</c:v>
                </c:pt>
                <c:pt idx="3">
                  <c:v>devlife_bangalore</c:v>
                </c:pt>
                <c:pt idx="4">
                  <c:v>startup_grind_bangalore</c:v>
                </c:pt>
                <c:pt idx="5">
                  <c:v>foodie_in_kora</c:v>
                </c:pt>
                <c:pt idx="6">
                  <c:v>techwalk_blr</c:v>
                </c:pt>
                <c:pt idx="7">
                  <c:v>techie_koramangala</c:v>
                </c:pt>
                <c:pt idx="8">
                  <c:v>bengaluru_startup_recruiter</c:v>
                </c:pt>
                <c:pt idx="9">
                  <c:v>koramangala_hustlers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890</c:v>
                </c:pt>
                <c:pt idx="1">
                  <c:v>500</c:v>
                </c:pt>
                <c:pt idx="2">
                  <c:v>450</c:v>
                </c:pt>
                <c:pt idx="3">
                  <c:v>450</c:v>
                </c:pt>
                <c:pt idx="4">
                  <c:v>420</c:v>
                </c:pt>
                <c:pt idx="5">
                  <c:v>400</c:v>
                </c:pt>
                <c:pt idx="6">
                  <c:v>320</c:v>
                </c:pt>
                <c:pt idx="7">
                  <c:v>310</c:v>
                </c:pt>
                <c:pt idx="8">
                  <c:v>300</c:v>
                </c:pt>
                <c:pt idx="9">
                  <c:v>300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Sheet1!$A$2:$A$35</c:f>
              <c:strCache>
                <c:ptCount val="34"/>
                <c:pt idx="0">
                  <c:v>Community</c:v>
                </c:pt>
                <c:pt idx="1">
                  <c:v>Media</c:v>
                </c:pt>
                <c:pt idx="2">
                  <c:v>Blog</c:v>
                </c:pt>
                <c:pt idx="3">
                  <c:v>Tech</c:v>
                </c:pt>
                <c:pt idx="4">
                  <c:v>Personal Blog</c:v>
                </c:pt>
                <c:pt idx="5">
                  <c:v>Education</c:v>
                </c:pt>
                <c:pt idx="6">
                  <c:v>Lifestyle</c:v>
                </c:pt>
                <c:pt idx="7">
                  <c:v>Tech Creator</c:v>
                </c:pt>
                <c:pt idx="8">
                  <c:v>Engineer</c:v>
                </c:pt>
                <c:pt idx="9">
                  <c:v>Food &amp; Drink</c:v>
                </c:pt>
                <c:pt idx="10">
                  <c:v>Developer</c:v>
                </c:pt>
                <c:pt idx="11">
                  <c:v>Design</c:v>
                </c:pt>
                <c:pt idx="12">
                  <c:v>Entrepreneur</c:v>
                </c:pt>
                <c:pt idx="13">
                  <c:v>Public Figure</c:v>
                </c:pt>
                <c:pt idx="14">
                  <c:v>Educator</c:v>
                </c:pt>
                <c:pt idx="15">
                  <c:v>Software Engineer</c:v>
                </c:pt>
                <c:pt idx="16">
                  <c:v>Cafe Explorer</c:v>
                </c:pt>
                <c:pt idx="17">
                  <c:v>Founder</c:v>
                </c:pt>
                <c:pt idx="18">
                  <c:v>Backend Developer</c:v>
                </c:pt>
                <c:pt idx="19">
                  <c:v>Frontend Dev</c:v>
                </c:pt>
                <c:pt idx="20">
                  <c:v>Full-stack Dev</c:v>
                </c:pt>
                <c:pt idx="21">
                  <c:v>Artist + Coder</c:v>
                </c:pt>
                <c:pt idx="22">
                  <c:v>Product Manager</c:v>
                </c:pt>
                <c:pt idx="23">
                  <c:v>Recruiter</c:v>
                </c:pt>
                <c:pt idx="24">
                  <c:v>Cafe Nerd</c:v>
                </c:pt>
                <c:pt idx="25">
                  <c:v>Coder</c:v>
                </c:pt>
                <c:pt idx="26">
                  <c:v>Comedy</c:v>
                </c:pt>
                <c:pt idx="27">
                  <c:v>Data Science</c:v>
                </c:pt>
                <c:pt idx="28">
                  <c:v>Data Scientist</c:v>
                </c:pt>
                <c:pt idx="29">
                  <c:v>Nonprofit organization</c:v>
                </c:pt>
                <c:pt idx="30">
                  <c:v>Digital creator</c:v>
                </c:pt>
                <c:pt idx="31">
                  <c:v>Blogger</c:v>
                </c:pt>
                <c:pt idx="32">
                  <c:v>Investor</c:v>
                </c:pt>
                <c:pt idx="33">
                  <c:v>Writer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33</c:v>
                </c:pt>
                <c:pt idx="1">
                  <c:v>12</c:v>
                </c:pt>
                <c:pt idx="2">
                  <c:v>8</c:v>
                </c:pt>
                <c:pt idx="3">
                  <c:v>7</c:v>
                </c:pt>
                <c:pt idx="4">
                  <c:v>5</c:v>
                </c:pt>
                <c:pt idx="5">
                  <c:v>4</c:v>
                </c:pt>
                <c:pt idx="6">
                  <c:v>3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Users by Number of Posts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Users by Number of Followers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Users by Number of Following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of Page Categories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